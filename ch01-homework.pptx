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66" r:id="rId3"/>
    <p:sldId id="26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83" autoAdjust="0"/>
    <p:restoredTop sz="94626" autoAdjust="0"/>
  </p:normalViewPr>
  <p:slideViewPr>
    <p:cSldViewPr snapToGrid="0">
      <p:cViewPr varScale="1">
        <p:scale>
          <a:sx n="108" d="100"/>
          <a:sy n="108" d="100"/>
        </p:scale>
        <p:origin x="12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83B83-7B28-4D10-8ED3-4395AA7DDAF7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0267E-297A-42CB-BF4E-CEBE7D467D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19893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A6EF8-3C4F-48F7-AB0C-064621F8156C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B2EEA-CFFF-4570-8F97-CB7761F33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02865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>
          <a:gsLst>
            <a:gs pos="100000">
              <a:schemeClr val="accent5">
                <a:lumMod val="0"/>
                <a:lumOff val="100000"/>
              </a:schemeClr>
            </a:gs>
            <a:gs pos="0">
              <a:schemeClr val="accent5">
                <a:lumMod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195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100000">
              <a:schemeClr val="accent5">
                <a:lumMod val="0"/>
                <a:lumOff val="100000"/>
              </a:schemeClr>
            </a:gs>
            <a:gs pos="0">
              <a:schemeClr val="accent5">
                <a:lumMod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4476" y="47625"/>
            <a:ext cx="11963401" cy="365125"/>
          </a:xfrm>
        </p:spPr>
        <p:txBody>
          <a:bodyPr/>
          <a:lstStyle>
            <a:lvl1pPr algn="l">
              <a:defRPr sz="1400">
                <a:solidFill>
                  <a:srgbClr val="FF0000"/>
                </a:solidFill>
              </a:defRPr>
            </a:lvl1pPr>
          </a:lstStyle>
          <a:p>
            <a:r>
              <a:rPr lang="en-US" altLang="zh-CN" b="1" dirty="0" smtClean="0"/>
              <a:t>R</a:t>
            </a:r>
            <a:r>
              <a:rPr lang="zh-CN" altLang="en-US" b="1" dirty="0" smtClean="0"/>
              <a:t>语言数据可视化分析及大气科学应用</a:t>
            </a:r>
            <a:r>
              <a:rPr lang="en-US" altLang="zh-CN" b="1" dirty="0" smtClean="0"/>
              <a:t>——</a:t>
            </a:r>
            <a:r>
              <a:rPr lang="en-US" altLang="zh-CN" dirty="0" smtClean="0"/>
              <a:t>Data Visualization Analysis with R Language and its Application in Atmospheric Sciences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559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>
          <a:gsLst>
            <a:gs pos="100000">
              <a:schemeClr val="accent5">
                <a:lumMod val="0"/>
                <a:lumOff val="100000"/>
              </a:schemeClr>
            </a:gs>
            <a:gs pos="0">
              <a:schemeClr val="accent5">
                <a:lumMod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567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68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gradFill>
          <a:gsLst>
            <a:gs pos="100000">
              <a:schemeClr val="accent5">
                <a:lumMod val="0"/>
                <a:lumOff val="100000"/>
              </a:schemeClr>
            </a:gs>
            <a:gs pos="0">
              <a:schemeClr val="accent5">
                <a:lumMod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884" y="76368"/>
            <a:ext cx="11627318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509" y="1463040"/>
            <a:ext cx="11627318" cy="5188017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5661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100000">
              <a:schemeClr val="accent5">
                <a:lumMod val="0"/>
                <a:lumOff val="100000"/>
              </a:schemeClr>
            </a:gs>
            <a:gs pos="0">
              <a:schemeClr val="accent5">
                <a:lumMod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1856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77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10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01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553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71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592D6-267F-4C01-BBCB-1D44449DF9B5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2B4DF-DA2D-4152-99C8-70B868878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01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5">
                <a:lumMod val="0"/>
                <a:lumOff val="100000"/>
              </a:schemeClr>
            </a:gs>
            <a:gs pos="0">
              <a:schemeClr val="accent5">
                <a:lumMod val="10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38" y="4744624"/>
            <a:ext cx="4215619" cy="1830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74057"/>
            <a:ext cx="9144000" cy="2532184"/>
          </a:xfrm>
        </p:spPr>
        <p:txBody>
          <a:bodyPr>
            <a:normAutofit fontScale="90000"/>
          </a:bodyPr>
          <a:lstStyle/>
          <a:p>
            <a:pPr>
              <a:spcBef>
                <a:spcPts val="5400"/>
              </a:spcBef>
            </a:pPr>
            <a:r>
              <a:rPr lang="en-US" altLang="zh-CN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语言数据可视化分析及</a:t>
            </a:r>
            <a:r>
              <a:rPr lang="en-US" altLang="zh-CN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/>
            </a:r>
            <a:br>
              <a:rPr lang="en-US" altLang="zh-CN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大气科学应用</a:t>
            </a:r>
            <a:r>
              <a:rPr lang="en-US" altLang="zh-CN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/>
            </a:r>
            <a:br>
              <a:rPr lang="en-US" altLang="zh-CN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200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/>
            </a:r>
            <a:br>
              <a:rPr lang="en-US" altLang="zh-CN" sz="2200" b="1" dirty="0" smtClean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3600" b="1" dirty="0" smtClean="0">
                <a:solidFill>
                  <a:srgbClr val="002060"/>
                </a:solidFill>
                <a:effectLst/>
              </a:rPr>
              <a:t>Data Visualization Analysis with R Language and </a:t>
            </a:r>
            <a:br>
              <a:rPr lang="en-US" altLang="zh-CN" sz="3600" b="1" dirty="0" smtClean="0">
                <a:solidFill>
                  <a:srgbClr val="002060"/>
                </a:solidFill>
                <a:effectLst/>
              </a:rPr>
            </a:br>
            <a:r>
              <a:rPr lang="en-US" altLang="zh-CN" sz="3600" b="1" dirty="0" smtClean="0">
                <a:solidFill>
                  <a:srgbClr val="002060"/>
                </a:solidFill>
                <a:effectLst/>
              </a:rPr>
              <a:t>its Application in Atmospheric Sciences</a:t>
            </a:r>
            <a:endParaRPr lang="zh-CN" alt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5338688"/>
            <a:ext cx="9144000" cy="80537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李成才</a:t>
            </a:r>
            <a:endParaRPr lang="en-US" altLang="zh-CN" dirty="0" smtClean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 smtClea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物理学院大气与海洋科学系</a:t>
            </a:r>
            <a:endParaRPr lang="zh-CN" altLang="en-US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59" y="4907701"/>
            <a:ext cx="2151416" cy="166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7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1050608"/>
          </a:xfrm>
        </p:spPr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</a:rPr>
              <a:t>作业说明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27538" y="1825625"/>
            <a:ext cx="11092376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 smtClean="0"/>
              <a:t>作业</a:t>
            </a:r>
            <a:r>
              <a:rPr lang="zh-CN" altLang="en-US" sz="2000" dirty="0" smtClean="0"/>
              <a:t>目的：以解决实际问题的应用练习复习课上内容</a:t>
            </a:r>
            <a:endParaRPr lang="en-US" altLang="zh-CN" sz="2000" dirty="0" smtClean="0"/>
          </a:p>
          <a:p>
            <a:r>
              <a:rPr lang="zh-CN" altLang="en-US" sz="2000" dirty="0" smtClean="0"/>
              <a:t>基本要求：</a:t>
            </a:r>
            <a:r>
              <a:rPr lang="zh-CN" altLang="en-US" sz="2000" dirty="0"/>
              <a:t>首先</a:t>
            </a:r>
            <a:r>
              <a:rPr lang="zh-CN" altLang="en-US" sz="2000" dirty="0" smtClean="0"/>
              <a:t>完成老师布置的基本内容，在此基础上尽可能发挥主观能动性，多查看教材、参考资料以及网上帮助材料，尽量达到数据分析正确、绘制图形完美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本章具体作业：</a:t>
            </a:r>
            <a:endParaRPr lang="en-US" altLang="zh-CN" sz="2000" dirty="0" smtClean="0"/>
          </a:p>
          <a:p>
            <a:r>
              <a:rPr lang="zh-CN" altLang="en-US" sz="2000" dirty="0" smtClean="0"/>
              <a:t>提供数据文件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个，为北京地区气象观测站及环境监测站数据（</a:t>
            </a:r>
            <a:r>
              <a:rPr lang="en-US" altLang="zh-CN" sz="2000" dirty="0" smtClean="0"/>
              <a:t>20190101-20200216</a:t>
            </a:r>
            <a:r>
              <a:rPr lang="zh-CN" altLang="en-US" sz="2000" dirty="0" smtClean="0"/>
              <a:t>），均为</a:t>
            </a:r>
            <a:r>
              <a:rPr lang="en-US" altLang="zh-CN" sz="2000" dirty="0" smtClean="0"/>
              <a:t>csv</a:t>
            </a:r>
            <a:r>
              <a:rPr lang="zh-CN" altLang="en-US" sz="2000" dirty="0" smtClean="0"/>
              <a:t>格式存储的</a:t>
            </a:r>
            <a:r>
              <a:rPr lang="en-US" altLang="zh-CN" sz="2000" dirty="0" smtClean="0"/>
              <a:t>Excel</a:t>
            </a:r>
            <a:r>
              <a:rPr lang="zh-CN" altLang="en-US" sz="2000" dirty="0" smtClean="0"/>
              <a:t>文件，含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行文件头：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AQ_FSPMC_USEmbassy.csv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  </a:t>
            </a:r>
            <a:r>
              <a:rPr lang="zh-CN" altLang="en-US" sz="2000" dirty="0" smtClean="0"/>
              <a:t>地面</a:t>
            </a:r>
            <a:r>
              <a:rPr lang="en-US" altLang="zh-CN" sz="2000" dirty="0" smtClean="0"/>
              <a:t>PM2.5</a:t>
            </a:r>
            <a:r>
              <a:rPr lang="zh-CN" altLang="en-US" sz="2000" dirty="0" smtClean="0"/>
              <a:t>浓度数据，美国大使馆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AQ_FSPMC_WanLiu.csv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地面</a:t>
            </a:r>
            <a:r>
              <a:rPr lang="en-US" altLang="zh-CN" sz="2000" dirty="0"/>
              <a:t>PM2.5</a:t>
            </a:r>
            <a:r>
              <a:rPr lang="zh-CN" altLang="en-US" sz="2000" dirty="0"/>
              <a:t>浓度数据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海淀</a:t>
            </a:r>
            <a:r>
              <a:rPr lang="zh-CN" altLang="en-US" sz="2000" dirty="0" smtClean="0"/>
              <a:t>区万柳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A_PRE.csv</a:t>
            </a:r>
            <a:r>
              <a:rPr lang="zh-CN" altLang="en-US" sz="2000" dirty="0" smtClean="0"/>
              <a:t>，本站气压数据，北京气象局南郊观测站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A_RH.csv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，相对湿度数据</a:t>
            </a:r>
            <a:r>
              <a:rPr lang="zh-CN" altLang="en-US" sz="2000" dirty="0"/>
              <a:t>，北京气象局南郊观测站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A_TEMP.csv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，地面气温数据</a:t>
            </a:r>
            <a:r>
              <a:rPr lang="zh-CN" altLang="en-US" sz="2000" dirty="0"/>
              <a:t>，北京气象局南郊观测站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A_WIND.csv</a:t>
            </a:r>
            <a:r>
              <a:rPr lang="zh-CN" altLang="en-US" sz="2000" dirty="0" smtClean="0"/>
              <a:t>，风向风速数据</a:t>
            </a:r>
            <a:r>
              <a:rPr lang="zh-CN" altLang="en-US" sz="2000" dirty="0"/>
              <a:t>，北京气象局南郊观测站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0" y="112991"/>
            <a:ext cx="4022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R</a:t>
            </a:r>
            <a:r>
              <a:rPr lang="zh-CN" altLang="en-US" b="1" dirty="0" smtClean="0">
                <a:solidFill>
                  <a:srgbClr val="FF0000"/>
                </a:solidFill>
              </a:rPr>
              <a:t>语言数据可视化分析及大气科学应用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24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1050608"/>
          </a:xfrm>
        </p:spPr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</a:rPr>
              <a:t>作业说明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27538" y="1825625"/>
            <a:ext cx="11092376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具体要求：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在</a:t>
            </a:r>
            <a:r>
              <a:rPr lang="en-US" altLang="zh-CN" dirty="0" smtClean="0"/>
              <a:t>R</a:t>
            </a:r>
            <a:r>
              <a:rPr lang="zh-CN" altLang="en-US" dirty="0" smtClean="0"/>
              <a:t>中编写代码，以带分隔符文本文件方式应用“数据框”读出数据：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mydata</a:t>
            </a:r>
            <a:r>
              <a:rPr lang="en-US" altLang="zh-CN" dirty="0" smtClean="0"/>
              <a:t> </a:t>
            </a:r>
            <a:r>
              <a:rPr lang="en-US" altLang="zh-CN" dirty="0"/>
              <a:t>&lt;- </a:t>
            </a:r>
            <a:r>
              <a:rPr lang="en-US" altLang="zh-CN" dirty="0" err="1"/>
              <a:t>read.table</a:t>
            </a:r>
            <a:r>
              <a:rPr lang="en-US" altLang="zh-CN" dirty="0" smtClean="0"/>
              <a:t>("AQ_FSPMC_USEmbassy.csv</a:t>
            </a:r>
            <a:r>
              <a:rPr lang="en-US" altLang="zh-CN" dirty="0"/>
              <a:t>", skip=3, header = TRUE, </a:t>
            </a:r>
            <a:r>
              <a:rPr lang="en-US" altLang="zh-CN" dirty="0" err="1"/>
              <a:t>sep</a:t>
            </a:r>
            <a:r>
              <a:rPr lang="en-US" altLang="zh-CN" dirty="0" smtClean="0"/>
              <a:t>=",")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绘制地面气温、地面相对湿度、地面气压、风（风向、风速）以及</a:t>
            </a:r>
            <a:r>
              <a:rPr lang="en-US" altLang="zh-CN" dirty="0" smtClean="0"/>
              <a:t>PM2.5</a:t>
            </a:r>
            <a:r>
              <a:rPr lang="zh-CN" altLang="en-US" dirty="0" smtClean="0"/>
              <a:t>浓度（两个站）的时间变化图（可以分成多个图显示）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绘图中注意使用合适大小和色彩的数据点标号、清晰的坐标轴、主标题、坐标轴标题、图例等等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作业需要上交代码和图形作品，辅助必要的</a:t>
            </a:r>
            <a:r>
              <a:rPr lang="zh-CN" altLang="en-US" dirty="0" smtClean="0"/>
              <a:t>文字说明。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0" y="112991"/>
            <a:ext cx="4022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R</a:t>
            </a:r>
            <a:r>
              <a:rPr lang="zh-CN" altLang="en-US" b="1" dirty="0" smtClean="0">
                <a:solidFill>
                  <a:srgbClr val="FF0000"/>
                </a:solidFill>
              </a:rPr>
              <a:t>语言数据可视化分析及大气科学应用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99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3499</TotalTime>
  <Words>271</Words>
  <Application>Microsoft Office PowerPoint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华文楷体</vt:lpstr>
      <vt:lpstr>Arial</vt:lpstr>
      <vt:lpstr>Office 主题​​</vt:lpstr>
      <vt:lpstr>R语言数据可视化分析及 大气科学应用  Data Visualization Analysis with R Language and  its Application in Atmospheric Sciences</vt:lpstr>
      <vt:lpstr>作业说明</vt:lpstr>
      <vt:lpstr>作业说明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R语言数据可视化分析及 大气科学应用 Data Visualization Analysis with R Language and  its Application in Atmospheric Sciences</dc:title>
  <dc:creator>ccli</dc:creator>
  <cp:lastModifiedBy>ccli</cp:lastModifiedBy>
  <cp:revision>136</cp:revision>
  <dcterms:created xsi:type="dcterms:W3CDTF">2019-10-13T10:52:11Z</dcterms:created>
  <dcterms:modified xsi:type="dcterms:W3CDTF">2020-02-16T07:53:41Z</dcterms:modified>
</cp:coreProperties>
</file>